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Raven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K_RAVEN</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K_RAVEN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K_RAVEN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K_RAVEN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K_RAVEN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K_RAVEN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K_RAVEN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