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K_RAVEN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Targeting Ex-Frontier Lab Employees at Advisor Rates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Strategic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Anticloud FZ LLE is building the sovereign AI operating system. The technical foundation is in place (PAX L5 Narrow L2 General 27B, AIOSS, 199 production projects). The next phase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are targeting ex-frontier lab employees — people who built the systems we are replacing — as advisors at below-market equity rates. This document details the targeting criteria,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Why Ex-Frontier Lab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The Signal Value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When an ex-OpenAI research scientist or ex-Google DeepMind engineer joins as advisor, it communicates: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**Technical legitimacy** — insiders with access to proprietary benchmarks and internal architecture reviews choose to associate with this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**Market intelligence** — they know what the frontier labs cannot build due to business model constraints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**Customer introductions** — they have Rolodexes of enterprise AI procurement contacts from their previous roles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**Investor signal** — top-tier VCs track where frontier lab alumni go. Advisor announcements generate inbound.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The Discount Opportunity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Ex-frontier lab employees typically leave for one of three reasons: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**Equity cliff:** They vested and left before the next big grant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**Mission misalignment:** They wanted to build AI for access/sovereignty, not for API revenue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**Bureaucracy:** Large org, slow decisions, wanted to move faster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are our target profiles. They are technically credible, available, and often ideologically aligned with sovereign 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1: Technical Validation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Ex-research scientists or senior engineers from OpenAI, DeepMind, Anthropic, Meta AI, Mistral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2-4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Technical review of PAX architecture and AIOSS ledger design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LinkedIn association and public endorsement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Quarterly advisory call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0.25%-0.5%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website, pitch deck, and press materials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Access to full codebase and benchmark data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Priority access to enterprise version of PAX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 and companies:**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Scientist | OpenAI (pre-2024 departure) | TruthfulQA methodology, scaling law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Engineer | Google DeepMind | Quantization expertise, benchmark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ML Engineer | Anthropic | Safety framework alignment, Constitutional AI comparison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Engineer | Meta AI | LLaMA architecture knowledge, open-source credibility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2: Enterprise Sales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Ex-VP Sales or enterprise AEs from Palantir, Scale AI, C3.ai, Databricks, Snowflake AI — people who have closed $10M-$100M AI infrastructure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3-5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Warm introductions to procurement contacts at defense, financial services, healthcare enterprises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Deal review and pricing strategy input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Participation in enterprise sales calls when requested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0.5%-1.0%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5-10% referral fee on closed enterprise contracts (first 24 months)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 and pitch deck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Sales | Palantir (Government) | DoD/IC procurement relationships, CMMC contract expertise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AE | Scale AI | AI data labeling customers who need inference infrastructure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Enterprise | C3.ai | Critical infrastructure AI buyers (energy, manufacturing)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Sales Director | Databricks | Financial services enterprise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Federal Sales | NVIDIA | Defense and intelligence agency relationships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3: Regulatory &amp; Compliance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Ex-CISO or compliance officers from regulated enterprises, or ex-government officials involved in AI procurement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2-3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compliance documentation and audit frameworks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Introductions to enterprise CISO and compliance officer networks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Input on regulatory trends (EU AI Act, CMMC, HIPAA AI guidance)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Consulting retainer available for significant time commitments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Background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CISO | Fortune 500 financial services | SOC2 / ISO 27001 enterprise buyer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Ex-DARPA Program Manager | Defense Advanced Research Projects | DARPA SBIR/STTR access, defense technology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Ex-NIST AI Fellow | National Institute of Standards | AI RMF / NIST compliance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Deputy CIO | Major healthcare system | HIPAA AI deployment use cases, hospital buyer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Ex-DHS Cybersecurity Director | Government | Critical infrastructure sector introductions 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4: Academic &amp; Research Credibility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Active faculty at top-10 CS departments, or senior researchers at AI safety organizations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1-2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Co-authorship opportunity on sovereign AI architecture paper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benchmark methodology for publication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University speaking engagement endorsements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Research collaboration and dataset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First authorship on papers they contribute significantly to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Funding support for PhD student research on sovereign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Institution | Why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Associate Professor, CS | MIT / Stanford / CMU | Top-tier institutional credibility for academic publications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Researcher | AI Safety orgs (MIRI, Redwood) | AI safety narrative alignment with sovereign/auditable AI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Professor | UAE University / MBZUAI | Regional credibility, UAE-origin narrative reinforcement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Lecturer | Oxford / Cambridge | European AI regulation expertise, EU market credibility |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Compensation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Equity Pool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Total advisory equity budget: **2-3% of company**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Tier | Per Advisor | Count | Total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T1 Technical | 0.25-0.5% | 3-4 | 0.75-2%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T2 Enterprise Sales | 0.5-1.0% | 2 | 1-2%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T3 Compliance/Regulatory | 0.1-0.25% | 3 | 0.3-0.75%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T4 Academic | 0.1-0.25% | 2-3 | 0.2-0.75% |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Standard Advisor Terms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**Vesting:** 4-year vest, 1-year cliff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**Grant type:** Advisory shares or SAFEs — whatever preferred by advisor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**Strike price:** Pre-seed valuation cap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**Time commitment:** Written agreement specifying minimum hours and deliverables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**Termination:** 90-day notice, unvested shares return to pool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Non-Equity Compensation Options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For advisors who prefer consulting arrangements over equity: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**Retainer:** $2,000-$5,000/month for T2 and T3 advisors with active introductions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**Success fee:** 5-10% of first-year contract value for direct customer introductions that close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Advisor Onboarding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1. **Initial conversation** (20-30 min) — explain vision, share benchmark data, assess fit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**NDA execution** — standard mutual NDA for data room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**Data room review** (1 week) — full access to all 33 project folders, benchmark data, IP summary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**Offer letter** — equity grant with vesting schedule and time commitment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5. **Announcement** — coordinated LinkedIn + press announcement with advisor's existing network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6. **Quarterly calls** — structured agenda, progress update, ask for the quarter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LinkedIn Targeting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Search criteria: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("OpenAI" OR "DeepMind" OR "Anthropic" OR "Meta AI" OR "Mistral" OR "Cohere" OR "Scale AI" OR "Palantir")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("previously at" OR "formerly" OR "ex-" OR "left" OR "joined")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("research scientist" OR "senior engineer" OR "principal engineer" OR "VP" OR "director")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Timeline: departed 2022-2026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Secondary signal (people likely to be ideologically aligned):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safety / alignment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open source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regulation / sovereignty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Published papers about model efficiency / quantization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Left frontier lab for smaller company or independent research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Investor Introduction Script (for advisors to use)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Once an advisor is onboarded, provide this talking point for their investor introductions: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"I recently joined as advisor to Anticloud FZ LLE. They're building something I've been waiting to see — a complete sovereign AI operating system that runs without cloud dependency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| Milestone | Target Date | Key Action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Advisory board formation | Q4 2026 | First 2-3 T1 technical advisors signed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sales advisory | Q1 2027 | 1-2 T2 advisors with active pipeline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First customer intro from advisor | Q1 2027 | Any enterprise $1M+ from warm introduction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Board of directors | Q2 2027 | Post-seed, independent director from advisor pool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Academic advisory council | Q2 2027 | 2 T4 advisors, co-authored paper submitted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*Anticloud FZ LLE · 0-1.gg · lois@0-1.gg*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*ORCID: 0009-0009-2233-6107 · DOI: 10.7910/DVN/YMJKOG*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*Patent Pending (USPTO) · Apache 2.0 / Anticommons Enterprise License 1.0*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