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K_RAVEN</a:t>
            </a:r>
          </a:p>
          <a:p>
            <a:r>
              <a:t>Tier: TIER_4_INFERENCE_AGENTS</a:t>
            </a:r>
          </a:p>
          <a:p>
            <a:r>
              <a:t>Identity: Upstream WeiyingZhao/Regularized-Recursive-Self-Improvement-of-Agent-Harnesses @ d5a84b8d0b44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WeiyingZhao/Regularized-Recursive-Self-Improvement-of-Agent-Harnesses |</a:t>
            </a:r>
          </a:p>
          <a:p>
            <a:r>
              <a:t>| Commit | d5a84b8d0b445c085eefb8b66d30277a01218ff2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1.68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K_RAVEN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